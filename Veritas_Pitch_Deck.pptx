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building Veritas. In a world where generative AI can create anything, we are building a protocol to prove what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internet has a fundamental flaw: there is no cryptographic proof of origin for the media we consume. If I show you a picture of a car crash, how do you know I didn't generate it in Midjourney 5 minutes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Veritas uses hardware to solve a software problem. By leveraging the secure enclave inside the Solana Seeker, we cryptographically sign reality the millisecond light hits the camera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use Supabase or AWS to store the proofs. This is a 100% decentralized stack. If our company disappears tomorrow, the proofs we generate today will still be verifiable on-chain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Hold up the Seeker. 'I am taking a photo of the judges right now.'
2. Show the app. 'The Seeker's hardware just hashed the image, funded the Arweave upload, and signed the Solana transaction.'
3. Switch to browser. 'And here is the Veritas Explorer. It just queried the blockchain, pulled the permanent image from Arweave, and matched the hashes. This photo is cryptographically guaranteed to be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a cool tech demo. The Veritas Protocol is the foundational infrastructure for the next generation of verified digital media. From insurance claims to citizen journalism, Veritas restores trust to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the Veritas team, and we are ready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2057400"/>
            <a:ext cx="7315200" cy="914400"/>
          </a:xfrm>
          <a:prstGeom prst="rect">
            <a:avLst/>
          </a:prstGeom>
          <a:noFill/>
          <a:ln/>
        </p:spPr>
        <p:txBody>
          <a:bodyPr wrap="square" rtlCol="0" anchor="ctr"/>
          <a:lstStyle/>
          <a:p>
            <a:pPr algn="ctr" indent="0" marL="0">
              <a:buNone/>
            </a:pPr>
            <a:r>
              <a:rPr lang="en-US" sz="6000" b="1" dirty="0">
                <a:solidFill>
                  <a:srgbClr val="00FF99"/>
                </a:solidFill>
                <a:latin typeface="Arial" pitchFamily="34" charset="0"/>
                <a:ea typeface="Arial" pitchFamily="34" charset="-122"/>
                <a:cs typeface="Arial" pitchFamily="34" charset="-120"/>
              </a:rPr>
              <a:t>Veritas Protocol</a:t>
            </a:r>
            <a:endParaRPr lang="en-US" sz="6000" dirty="0"/>
          </a:p>
        </p:txBody>
      </p:sp>
      <p:sp>
        <p:nvSpPr>
          <p:cNvPr id="3" name="Text 1"/>
          <p:cNvSpPr/>
          <p:nvPr/>
        </p:nvSpPr>
        <p:spPr>
          <a:xfrm>
            <a:off x="914400" y="2828925"/>
            <a:ext cx="7315200" cy="91440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Hardware-Verified Reality in the Age of AI</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0FF99"/>
                </a:solidFill>
                <a:latin typeface="Arial" pitchFamily="34" charset="0"/>
                <a:ea typeface="Arial" pitchFamily="34" charset="-122"/>
                <a:cs typeface="Arial" pitchFamily="34" charset="-120"/>
              </a:rPr>
              <a:t>The Content Trust Crisis</a:t>
            </a:r>
            <a:endParaRPr lang="en-US" sz="3600" dirty="0"/>
          </a:p>
        </p:txBody>
      </p:sp>
      <p:sp>
        <p:nvSpPr>
          <p:cNvPr id="3" name="Text 1"/>
          <p:cNvSpPr/>
          <p:nvPr/>
        </p:nvSpPr>
        <p:spPr>
          <a:xfrm>
            <a:off x="457200" y="1371600"/>
            <a:ext cx="8229600" cy="4572000"/>
          </a:xfrm>
          <a:prstGeom prst="rect">
            <a:avLst/>
          </a:prstGeom>
          <a:noFill/>
          <a:ln/>
        </p:spPr>
        <p:txBody>
          <a:bodyPr wrap="square" rtlCol="0" anchor="t"/>
          <a:lstStyle/>
          <a:p>
            <a:pPr indent="0" marL="0">
              <a:buNone/>
            </a:pPr>
            <a:r>
              <a:rPr lang="en-US" sz="2400" dirty="0">
                <a:solidFill>
                  <a:srgbClr val="FFFFFF"/>
                </a:solidFill>
                <a:latin typeface="Arial" pitchFamily="34" charset="0"/>
                <a:ea typeface="Arial" pitchFamily="34" charset="-122"/>
                <a:cs typeface="Arial" pitchFamily="34" charset="-120"/>
              </a:rPr>
              <a:t>• Generative AI has made deepfakes indistinguishable from reality.</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We can no longer trust photos on social media, in the news, or in legal disputes.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Current digital signatures are easily spoofed or stripped.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0FF99"/>
                </a:solidFill>
                <a:latin typeface="Arial" pitchFamily="34" charset="0"/>
                <a:ea typeface="Arial" pitchFamily="34" charset="-122"/>
                <a:cs typeface="Arial" pitchFamily="34" charset="-120"/>
              </a:rPr>
              <a:t>The Veritas Protocol</a:t>
            </a:r>
            <a:endParaRPr lang="en-US" sz="3600" dirty="0"/>
          </a:p>
        </p:txBody>
      </p:sp>
      <p:sp>
        <p:nvSpPr>
          <p:cNvPr id="3" name="Text 1"/>
          <p:cNvSpPr/>
          <p:nvPr/>
        </p:nvSpPr>
        <p:spPr>
          <a:xfrm>
            <a:off x="457200" y="1371600"/>
            <a:ext cx="8229600" cy="4572000"/>
          </a:xfrm>
          <a:prstGeom prst="rect">
            <a:avLst/>
          </a:prstGeom>
          <a:noFill/>
          <a:ln/>
        </p:spPr>
        <p:txBody>
          <a:bodyPr wrap="square" rtlCol="0" anchor="t"/>
          <a:lstStyle/>
          <a:p>
            <a:pPr indent="0" marL="0">
              <a:buNone/>
            </a:pPr>
            <a:r>
              <a:rPr lang="en-US" sz="2400" dirty="0">
                <a:solidFill>
                  <a:srgbClr val="FFFFFF"/>
                </a:solidFill>
                <a:latin typeface="Arial" pitchFamily="34" charset="0"/>
                <a:ea typeface="Arial" pitchFamily="34" charset="-122"/>
                <a:cs typeface="Arial" pitchFamily="34" charset="-120"/>
              </a:rPr>
              <a:t>• Capture: Uses the Solana Seeker's Trusted Execution Environment (TEE).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Hash: Generates an un-falsifiable SHA-256 hash at the exact moment of capture.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Store: Beams the image to Arweave for immutable, decentralized storage.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Anchor: Locks the hash and coordinates into a Solana Smart Contract.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0FF99"/>
                </a:solidFill>
                <a:latin typeface="Arial" pitchFamily="34" charset="0"/>
                <a:ea typeface="Arial" pitchFamily="34" charset="-122"/>
                <a:cs typeface="Arial" pitchFamily="34" charset="-120"/>
              </a:rPr>
              <a:t>100% Decentralized Stack</a:t>
            </a:r>
            <a:endParaRPr lang="en-US" sz="3600" dirty="0"/>
          </a:p>
        </p:txBody>
      </p:sp>
      <p:sp>
        <p:nvSpPr>
          <p:cNvPr id="3" name="Text 1"/>
          <p:cNvSpPr/>
          <p:nvPr/>
        </p:nvSpPr>
        <p:spPr>
          <a:xfrm>
            <a:off x="457200" y="1371600"/>
            <a:ext cx="8229600" cy="4572000"/>
          </a:xfrm>
          <a:prstGeom prst="rect">
            <a:avLst/>
          </a:prstGeom>
          <a:noFill/>
          <a:ln/>
        </p:spPr>
        <p:txBody>
          <a:bodyPr wrap="square" rtlCol="0" anchor="t"/>
          <a:lstStyle/>
          <a:p>
            <a:pPr indent="0" marL="0">
              <a:buNone/>
            </a:pPr>
            <a:r>
              <a:rPr lang="en-US" sz="2400" dirty="0">
                <a:solidFill>
                  <a:srgbClr val="FFFFFF"/>
                </a:solidFill>
                <a:latin typeface="Arial" pitchFamily="34" charset="0"/>
                <a:ea typeface="Arial" pitchFamily="34" charset="-122"/>
                <a:cs typeface="Arial" pitchFamily="34" charset="-120"/>
              </a:rPr>
              <a:t>• Hardware: Solana Seeker (Android Camera Intent + Seed Vault bypass).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Storage: Irys Network (Arweave L2) for instant, permanent storage.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Blockchain: Solana PDA (Program Derived Addresses) for cheap, fast anchoring.</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Verification: Stateless Next.js Explorer reading raw Solana transactions.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2057400"/>
            <a:ext cx="7315200" cy="914400"/>
          </a:xfrm>
          <a:prstGeom prst="rect">
            <a:avLst/>
          </a:prstGeom>
          <a:noFill/>
          <a:ln/>
        </p:spPr>
        <p:txBody>
          <a:bodyPr wrap="square" rtlCol="0" anchor="ctr"/>
          <a:lstStyle/>
          <a:p>
            <a:pPr algn="ctr" indent="0" marL="0">
              <a:buNone/>
            </a:pPr>
            <a:r>
              <a:rPr lang="en-US" sz="6000" b="1" dirty="0">
                <a:solidFill>
                  <a:srgbClr val="00FF99"/>
                </a:solidFill>
                <a:latin typeface="Arial" pitchFamily="34" charset="0"/>
                <a:ea typeface="Arial" pitchFamily="34" charset="-122"/>
                <a:cs typeface="Arial" pitchFamily="34" charset="-120"/>
              </a:rPr>
              <a:t>Live Demonstration</a:t>
            </a:r>
            <a:endParaRPr lang="en-US" sz="6000" dirty="0"/>
          </a:p>
        </p:txBody>
      </p:sp>
      <p:sp>
        <p:nvSpPr>
          <p:cNvPr id="3" name="Text 1"/>
          <p:cNvSpPr/>
          <p:nvPr/>
        </p:nvSpPr>
        <p:spPr>
          <a:xfrm>
            <a:off x="914400" y="2828925"/>
            <a:ext cx="7315200" cy="91440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Proving Reality, Right Now.</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0FF99"/>
                </a:solidFill>
                <a:latin typeface="Arial" pitchFamily="34" charset="0"/>
                <a:ea typeface="Arial" pitchFamily="34" charset="-122"/>
                <a:cs typeface="Arial" pitchFamily="34" charset="-120"/>
              </a:rPr>
              <a:t>Beyond the Hackathon</a:t>
            </a:r>
            <a:endParaRPr lang="en-US" sz="3600" dirty="0"/>
          </a:p>
        </p:txBody>
      </p:sp>
      <p:sp>
        <p:nvSpPr>
          <p:cNvPr id="3" name="Text 1"/>
          <p:cNvSpPr/>
          <p:nvPr/>
        </p:nvSpPr>
        <p:spPr>
          <a:xfrm>
            <a:off x="457200" y="1371600"/>
            <a:ext cx="8229600" cy="4572000"/>
          </a:xfrm>
          <a:prstGeom prst="rect">
            <a:avLst/>
          </a:prstGeom>
          <a:noFill/>
          <a:ln/>
        </p:spPr>
        <p:txBody>
          <a:bodyPr wrap="square" rtlCol="0" anchor="t"/>
          <a:lstStyle/>
          <a:p>
            <a:pPr indent="0" marL="0">
              <a:buNone/>
            </a:pPr>
            <a:r>
              <a:rPr lang="en-US" sz="2400" dirty="0">
                <a:solidFill>
                  <a:srgbClr val="FFFFFF"/>
                </a:solidFill>
                <a:latin typeface="Arial" pitchFamily="34" charset="0"/>
                <a:ea typeface="Arial" pitchFamily="34" charset="-122"/>
                <a:cs typeface="Arial" pitchFamily="34" charset="-120"/>
              </a:rPr>
              <a:t>• Citizen Journalism: Un-falsifiable reporting from war zones or protests.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Insurance &amp; Audits: Cryptographic proof of damage for auto/home claims.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Social Media: 'Hardware Verified' badges on platforms like X or Farcaster.</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 Legal Evidence: Chain-of-custody established at the moment of capture.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1543050"/>
            <a:ext cx="7315200" cy="914400"/>
          </a:xfrm>
          <a:prstGeom prst="rect">
            <a:avLst/>
          </a:prstGeom>
          <a:noFill/>
          <a:ln/>
        </p:spPr>
        <p:txBody>
          <a:bodyPr wrap="square" rtlCol="0" anchor="ctr"/>
          <a:lstStyle/>
          <a:p>
            <a:pPr algn="ctr" indent="0" marL="0">
              <a:buNone/>
            </a:pPr>
            <a:r>
              <a:rPr lang="en-US" sz="6000" b="1" dirty="0">
                <a:solidFill>
                  <a:srgbClr val="00FF99"/>
                </a:solidFill>
                <a:latin typeface="Arial" pitchFamily="34" charset="0"/>
                <a:ea typeface="Arial" pitchFamily="34" charset="-122"/>
                <a:cs typeface="Arial" pitchFamily="34" charset="-120"/>
              </a:rPr>
              <a:t>Thank You</a:t>
            </a:r>
            <a:endParaRPr lang="en-US" sz="6000" dirty="0"/>
          </a:p>
        </p:txBody>
      </p:sp>
      <p:sp>
        <p:nvSpPr>
          <p:cNvPr id="3" name="Text 1"/>
          <p:cNvSpPr/>
          <p:nvPr/>
        </p:nvSpPr>
        <p:spPr>
          <a:xfrm>
            <a:off x="914400" y="2571750"/>
            <a:ext cx="7315200" cy="1828800"/>
          </a:xfrm>
          <a:prstGeom prst="rect">
            <a:avLst/>
          </a:prstGeom>
          <a:noFill/>
          <a:ln/>
        </p:spPr>
        <p:txBody>
          <a:bodyPr wrap="square" rtlCol="0" anchor="ctr"/>
          <a:lstStyle/>
          <a:p>
            <a:pPr algn="ctr" indent="0" marL="0">
              <a:buNone/>
            </a:pPr>
            <a:r>
              <a:rPr lang="en-US" sz="3200" dirty="0">
                <a:solidFill>
                  <a:srgbClr val="FFFFFF"/>
                </a:solidFill>
                <a:latin typeface="Arial" pitchFamily="34" charset="0"/>
                <a:ea typeface="Arial" pitchFamily="34" charset="-122"/>
                <a:cs typeface="Arial" pitchFamily="34" charset="-120"/>
              </a:rPr>
              <a:t>Team Veritas</a:t>
            </a:r>
            <a:endParaRPr lang="en-US" sz="3200" dirty="0"/>
          </a:p>
          <a:p>
            <a:pPr algn="ctr" indent="0" marL="0">
              <a:buNone/>
            </a:pPr>
            <a:endParaRPr lang="en-US" sz="3200" dirty="0"/>
          </a:p>
          <a:p>
            <a:pPr algn="ctr" indent="0" marL="0">
              <a:buNone/>
            </a:pPr>
            <a:r>
              <a:rPr lang="en-US" sz="3200" dirty="0">
                <a:solidFill>
                  <a:srgbClr val="FFFFFF"/>
                </a:solidFill>
                <a:latin typeface="Arial" pitchFamily="34" charset="0"/>
                <a:ea typeface="Arial" pitchFamily="34" charset="-122"/>
                <a:cs typeface="Arial" pitchFamily="34" charset="-120"/>
              </a:rPr>
              <a:t>Try it out: veritas.sh</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2026-05-07T09:03:46Z</dcterms:created>
  <dcterms:modified xsi:type="dcterms:W3CDTF">2026-05-07T09:03:46Z</dcterms:modified>
</cp:coreProperties>
</file>